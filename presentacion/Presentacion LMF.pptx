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rand Cru S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19.png" Type="http://schemas.openxmlformats.org/officeDocument/2006/relationships/image"/><Relationship Id="rId20" Target="../media/image17.png" Type="http://schemas.openxmlformats.org/officeDocument/2006/relationships/image"/><Relationship Id="rId21" Target="../media/image18.sv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60139">
            <a:off x="-584944" y="3438801"/>
            <a:ext cx="2570619" cy="2551924"/>
          </a:xfrm>
          <a:custGeom>
            <a:avLst/>
            <a:gdLst/>
            <a:ahLst/>
            <a:cxnLst/>
            <a:rect r="r" b="b" t="t" l="l"/>
            <a:pathLst>
              <a:path h="2551924" w="2570619">
                <a:moveTo>
                  <a:pt x="0" y="0"/>
                </a:moveTo>
                <a:lnTo>
                  <a:pt x="2570619" y="0"/>
                </a:lnTo>
                <a:lnTo>
                  <a:pt x="2570619" y="2551924"/>
                </a:lnTo>
                <a:lnTo>
                  <a:pt x="0" y="25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15555" y="6654167"/>
            <a:ext cx="3487490" cy="3138741"/>
          </a:xfrm>
          <a:custGeom>
            <a:avLst/>
            <a:gdLst/>
            <a:ahLst/>
            <a:cxnLst/>
            <a:rect r="r" b="b" t="t" l="l"/>
            <a:pathLst>
              <a:path h="3138741" w="3487490">
                <a:moveTo>
                  <a:pt x="0" y="0"/>
                </a:moveTo>
                <a:lnTo>
                  <a:pt x="3487490" y="0"/>
                </a:lnTo>
                <a:lnTo>
                  <a:pt x="3487490" y="3138740"/>
                </a:lnTo>
                <a:lnTo>
                  <a:pt x="0" y="3138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1917">
            <a:off x="16880692" y="1469929"/>
            <a:ext cx="1954023" cy="3306809"/>
          </a:xfrm>
          <a:custGeom>
            <a:avLst/>
            <a:gdLst/>
            <a:ahLst/>
            <a:cxnLst/>
            <a:rect r="r" b="b" t="t" l="l"/>
            <a:pathLst>
              <a:path h="3306809" w="1954023">
                <a:moveTo>
                  <a:pt x="0" y="0"/>
                </a:moveTo>
                <a:lnTo>
                  <a:pt x="1954023" y="0"/>
                </a:lnTo>
                <a:lnTo>
                  <a:pt x="1954023" y="3306809"/>
                </a:lnTo>
                <a:lnTo>
                  <a:pt x="0" y="330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41041" y="-534732"/>
            <a:ext cx="4211224" cy="1967790"/>
          </a:xfrm>
          <a:custGeom>
            <a:avLst/>
            <a:gdLst/>
            <a:ahLst/>
            <a:cxnLst/>
            <a:rect r="r" b="b" t="t" l="l"/>
            <a:pathLst>
              <a:path h="1967790" w="4211224">
                <a:moveTo>
                  <a:pt x="0" y="0"/>
                </a:moveTo>
                <a:lnTo>
                  <a:pt x="4211224" y="0"/>
                </a:lnTo>
                <a:lnTo>
                  <a:pt x="4211224" y="1967790"/>
                </a:lnTo>
                <a:lnTo>
                  <a:pt x="0" y="19677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6904">
            <a:off x="1228759" y="-301340"/>
            <a:ext cx="2396381" cy="2117529"/>
          </a:xfrm>
          <a:custGeom>
            <a:avLst/>
            <a:gdLst/>
            <a:ahLst/>
            <a:cxnLst/>
            <a:rect r="r" b="b" t="t" l="l"/>
            <a:pathLst>
              <a:path h="2117529" w="2396381">
                <a:moveTo>
                  <a:pt x="0" y="0"/>
                </a:moveTo>
                <a:lnTo>
                  <a:pt x="2396380" y="0"/>
                </a:lnTo>
                <a:lnTo>
                  <a:pt x="2396380" y="2117529"/>
                </a:lnTo>
                <a:lnTo>
                  <a:pt x="0" y="2117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76780">
            <a:off x="10856676" y="8493574"/>
            <a:ext cx="3029286" cy="2715342"/>
          </a:xfrm>
          <a:custGeom>
            <a:avLst/>
            <a:gdLst/>
            <a:ahLst/>
            <a:cxnLst/>
            <a:rect r="r" b="b" t="t" l="l"/>
            <a:pathLst>
              <a:path h="2715342" w="3029286">
                <a:moveTo>
                  <a:pt x="0" y="0"/>
                </a:moveTo>
                <a:lnTo>
                  <a:pt x="3029287" y="0"/>
                </a:lnTo>
                <a:lnTo>
                  <a:pt x="3029287" y="2715342"/>
                </a:lnTo>
                <a:lnTo>
                  <a:pt x="0" y="27153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64059">
            <a:off x="-801966" y="7714898"/>
            <a:ext cx="5864463" cy="2527051"/>
          </a:xfrm>
          <a:custGeom>
            <a:avLst/>
            <a:gdLst/>
            <a:ahLst/>
            <a:cxnLst/>
            <a:rect r="r" b="b" t="t" l="l"/>
            <a:pathLst>
              <a:path h="2527051" w="5864463">
                <a:moveTo>
                  <a:pt x="0" y="0"/>
                </a:moveTo>
                <a:lnTo>
                  <a:pt x="5864464" y="0"/>
                </a:lnTo>
                <a:lnTo>
                  <a:pt x="5864464" y="2527051"/>
                </a:lnTo>
                <a:lnTo>
                  <a:pt x="0" y="25270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67300">
            <a:off x="6961573" y="8204099"/>
            <a:ext cx="2012513" cy="3294291"/>
          </a:xfrm>
          <a:custGeom>
            <a:avLst/>
            <a:gdLst/>
            <a:ahLst/>
            <a:cxnLst/>
            <a:rect r="r" b="b" t="t" l="l"/>
            <a:pathLst>
              <a:path h="3294291" w="2012513">
                <a:moveTo>
                  <a:pt x="0" y="0"/>
                </a:moveTo>
                <a:lnTo>
                  <a:pt x="2012513" y="0"/>
                </a:lnTo>
                <a:lnTo>
                  <a:pt x="2012513" y="3294292"/>
                </a:lnTo>
                <a:lnTo>
                  <a:pt x="0" y="32942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15711" y="398105"/>
            <a:ext cx="3269181" cy="1159073"/>
          </a:xfrm>
          <a:custGeom>
            <a:avLst/>
            <a:gdLst/>
            <a:ahLst/>
            <a:cxnLst/>
            <a:rect r="r" b="b" t="t" l="l"/>
            <a:pathLst>
              <a:path h="1159073" w="3269181">
                <a:moveTo>
                  <a:pt x="0" y="0"/>
                </a:moveTo>
                <a:lnTo>
                  <a:pt x="3269182" y="0"/>
                </a:lnTo>
                <a:lnTo>
                  <a:pt x="3269182" y="1159074"/>
                </a:lnTo>
                <a:lnTo>
                  <a:pt x="0" y="11590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57078" y="3629473"/>
            <a:ext cx="13973845" cy="411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84"/>
              </a:lnSpc>
            </a:pPr>
            <a:r>
              <a:rPr lang="en-US" b="true" sz="14400" spc="431">
                <a:solidFill>
                  <a:srgbClr val="FFFFFF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LIGHTNING MCFILM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9060" y="2805878"/>
            <a:ext cx="4096126" cy="5288425"/>
          </a:xfrm>
          <a:custGeom>
            <a:avLst/>
            <a:gdLst/>
            <a:ahLst/>
            <a:cxnLst/>
            <a:rect r="r" b="b" t="t" l="l"/>
            <a:pathLst>
              <a:path h="5288425" w="4096126">
                <a:moveTo>
                  <a:pt x="0" y="0"/>
                </a:moveTo>
                <a:lnTo>
                  <a:pt x="4096126" y="0"/>
                </a:lnTo>
                <a:lnTo>
                  <a:pt x="4096126" y="5288426"/>
                </a:lnTo>
                <a:lnTo>
                  <a:pt x="0" y="5288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86381" y="3429468"/>
            <a:ext cx="8842559" cy="3738683"/>
            <a:chOff x="0" y="0"/>
            <a:chExt cx="11790078" cy="498491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1790078" cy="104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6"/>
                </a:lnSpc>
              </a:pPr>
              <a:r>
                <a:rPr lang="en-US" b="true" sz="4800" spc="144">
                  <a:solidFill>
                    <a:srgbClr val="FFFFFF"/>
                  </a:solidFill>
                  <a:latin typeface="Grand Cru S Bold"/>
                  <a:ea typeface="Grand Cru S Bold"/>
                  <a:cs typeface="Grand Cru S Bold"/>
                  <a:sym typeface="Grand Cru S Bold"/>
                </a:rPr>
                <a:t>OBJETIVO PRINCIPAL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06966"/>
              <a:ext cx="11790078" cy="387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spc="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El objetivo principal del proyecto es desarrollar una plataforma web de películas donde los usuarios pueden consultar un catalogo, crear y gestionar listas personales y disponer de un perfil de usuario. Ademas de eso, aplicar una arquitectura basada en microservicios usando tecnologías actuales y crear una aplicación instalable como PWA.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60139">
            <a:off x="-1497563" y="3346760"/>
            <a:ext cx="2570619" cy="2551924"/>
          </a:xfrm>
          <a:custGeom>
            <a:avLst/>
            <a:gdLst/>
            <a:ahLst/>
            <a:cxnLst/>
            <a:rect r="r" b="b" t="t" l="l"/>
            <a:pathLst>
              <a:path h="2551924" w="2570619">
                <a:moveTo>
                  <a:pt x="0" y="0"/>
                </a:moveTo>
                <a:lnTo>
                  <a:pt x="2570619" y="0"/>
                </a:lnTo>
                <a:lnTo>
                  <a:pt x="2570619" y="2551923"/>
                </a:lnTo>
                <a:lnTo>
                  <a:pt x="0" y="2551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8940" y="7555629"/>
            <a:ext cx="3487490" cy="3138741"/>
          </a:xfrm>
          <a:custGeom>
            <a:avLst/>
            <a:gdLst/>
            <a:ahLst/>
            <a:cxnLst/>
            <a:rect r="r" b="b" t="t" l="l"/>
            <a:pathLst>
              <a:path h="3138741" w="3487490">
                <a:moveTo>
                  <a:pt x="0" y="0"/>
                </a:moveTo>
                <a:lnTo>
                  <a:pt x="3487489" y="0"/>
                </a:lnTo>
                <a:lnTo>
                  <a:pt x="3487489" y="3138741"/>
                </a:lnTo>
                <a:lnTo>
                  <a:pt x="0" y="3138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1917">
            <a:off x="17310988" y="2213338"/>
            <a:ext cx="1954023" cy="3306809"/>
          </a:xfrm>
          <a:custGeom>
            <a:avLst/>
            <a:gdLst/>
            <a:ahLst/>
            <a:cxnLst/>
            <a:rect r="r" b="b" t="t" l="l"/>
            <a:pathLst>
              <a:path h="3306809" w="1954023">
                <a:moveTo>
                  <a:pt x="0" y="0"/>
                </a:moveTo>
                <a:lnTo>
                  <a:pt x="1954024" y="0"/>
                </a:lnTo>
                <a:lnTo>
                  <a:pt x="1954024" y="3306808"/>
                </a:lnTo>
                <a:lnTo>
                  <a:pt x="0" y="3306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48242" y="-726351"/>
            <a:ext cx="4211224" cy="1967790"/>
          </a:xfrm>
          <a:custGeom>
            <a:avLst/>
            <a:gdLst/>
            <a:ahLst/>
            <a:cxnLst/>
            <a:rect r="r" b="b" t="t" l="l"/>
            <a:pathLst>
              <a:path h="1967790" w="4211224">
                <a:moveTo>
                  <a:pt x="0" y="0"/>
                </a:moveTo>
                <a:lnTo>
                  <a:pt x="4211224" y="0"/>
                </a:lnTo>
                <a:lnTo>
                  <a:pt x="4211224" y="1967790"/>
                </a:lnTo>
                <a:lnTo>
                  <a:pt x="0" y="1967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46904">
            <a:off x="900424" y="-933684"/>
            <a:ext cx="2396381" cy="2117529"/>
          </a:xfrm>
          <a:custGeom>
            <a:avLst/>
            <a:gdLst/>
            <a:ahLst/>
            <a:cxnLst/>
            <a:rect r="r" b="b" t="t" l="l"/>
            <a:pathLst>
              <a:path h="2117529" w="2396381">
                <a:moveTo>
                  <a:pt x="0" y="0"/>
                </a:moveTo>
                <a:lnTo>
                  <a:pt x="2396381" y="0"/>
                </a:lnTo>
                <a:lnTo>
                  <a:pt x="2396381" y="2117529"/>
                </a:lnTo>
                <a:lnTo>
                  <a:pt x="0" y="21175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76780">
            <a:off x="10837514" y="8929329"/>
            <a:ext cx="3029286" cy="2715342"/>
          </a:xfrm>
          <a:custGeom>
            <a:avLst/>
            <a:gdLst/>
            <a:ahLst/>
            <a:cxnLst/>
            <a:rect r="r" b="b" t="t" l="l"/>
            <a:pathLst>
              <a:path h="2715342" w="3029286">
                <a:moveTo>
                  <a:pt x="0" y="0"/>
                </a:moveTo>
                <a:lnTo>
                  <a:pt x="3029287" y="0"/>
                </a:lnTo>
                <a:lnTo>
                  <a:pt x="3029287" y="2715342"/>
                </a:lnTo>
                <a:lnTo>
                  <a:pt x="0" y="27153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164059">
            <a:off x="-1146880" y="8726107"/>
            <a:ext cx="5864463" cy="2527051"/>
          </a:xfrm>
          <a:custGeom>
            <a:avLst/>
            <a:gdLst/>
            <a:ahLst/>
            <a:cxnLst/>
            <a:rect r="r" b="b" t="t" l="l"/>
            <a:pathLst>
              <a:path h="2527051" w="5864463">
                <a:moveTo>
                  <a:pt x="0" y="0"/>
                </a:moveTo>
                <a:lnTo>
                  <a:pt x="5864463" y="0"/>
                </a:lnTo>
                <a:lnTo>
                  <a:pt x="5864463" y="2527051"/>
                </a:lnTo>
                <a:lnTo>
                  <a:pt x="0" y="25270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67300">
            <a:off x="6080125" y="9047224"/>
            <a:ext cx="2012513" cy="3294291"/>
          </a:xfrm>
          <a:custGeom>
            <a:avLst/>
            <a:gdLst/>
            <a:ahLst/>
            <a:cxnLst/>
            <a:rect r="r" b="b" t="t" l="l"/>
            <a:pathLst>
              <a:path h="3294291" w="2012513">
                <a:moveTo>
                  <a:pt x="0" y="0"/>
                </a:moveTo>
                <a:lnTo>
                  <a:pt x="2012512" y="0"/>
                </a:lnTo>
                <a:lnTo>
                  <a:pt x="2012512" y="3294292"/>
                </a:lnTo>
                <a:lnTo>
                  <a:pt x="0" y="32942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27961" y="-321993"/>
            <a:ext cx="3269181" cy="1159073"/>
          </a:xfrm>
          <a:custGeom>
            <a:avLst/>
            <a:gdLst/>
            <a:ahLst/>
            <a:cxnLst/>
            <a:rect r="r" b="b" t="t" l="l"/>
            <a:pathLst>
              <a:path h="1159073" w="3269181">
                <a:moveTo>
                  <a:pt x="0" y="0"/>
                </a:moveTo>
                <a:lnTo>
                  <a:pt x="3269181" y="0"/>
                </a:lnTo>
                <a:lnTo>
                  <a:pt x="3269181" y="1159074"/>
                </a:lnTo>
                <a:lnTo>
                  <a:pt x="0" y="11590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60139">
            <a:off x="-1497563" y="3346760"/>
            <a:ext cx="2570619" cy="2551924"/>
          </a:xfrm>
          <a:custGeom>
            <a:avLst/>
            <a:gdLst/>
            <a:ahLst/>
            <a:cxnLst/>
            <a:rect r="r" b="b" t="t" l="l"/>
            <a:pathLst>
              <a:path h="2551924" w="2570619">
                <a:moveTo>
                  <a:pt x="0" y="0"/>
                </a:moveTo>
                <a:lnTo>
                  <a:pt x="2570619" y="0"/>
                </a:lnTo>
                <a:lnTo>
                  <a:pt x="2570619" y="2551923"/>
                </a:lnTo>
                <a:lnTo>
                  <a:pt x="0" y="255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8940" y="7555629"/>
            <a:ext cx="3487490" cy="3138741"/>
          </a:xfrm>
          <a:custGeom>
            <a:avLst/>
            <a:gdLst/>
            <a:ahLst/>
            <a:cxnLst/>
            <a:rect r="r" b="b" t="t" l="l"/>
            <a:pathLst>
              <a:path h="3138741" w="3487490">
                <a:moveTo>
                  <a:pt x="0" y="0"/>
                </a:moveTo>
                <a:lnTo>
                  <a:pt x="3487489" y="0"/>
                </a:lnTo>
                <a:lnTo>
                  <a:pt x="3487489" y="3138741"/>
                </a:lnTo>
                <a:lnTo>
                  <a:pt x="0" y="3138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1917">
            <a:off x="17310988" y="2213338"/>
            <a:ext cx="1954023" cy="3306809"/>
          </a:xfrm>
          <a:custGeom>
            <a:avLst/>
            <a:gdLst/>
            <a:ahLst/>
            <a:cxnLst/>
            <a:rect r="r" b="b" t="t" l="l"/>
            <a:pathLst>
              <a:path h="3306809" w="1954023">
                <a:moveTo>
                  <a:pt x="0" y="0"/>
                </a:moveTo>
                <a:lnTo>
                  <a:pt x="1954024" y="0"/>
                </a:lnTo>
                <a:lnTo>
                  <a:pt x="1954024" y="3306808"/>
                </a:lnTo>
                <a:lnTo>
                  <a:pt x="0" y="3306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8242" y="-726351"/>
            <a:ext cx="4211224" cy="1967790"/>
          </a:xfrm>
          <a:custGeom>
            <a:avLst/>
            <a:gdLst/>
            <a:ahLst/>
            <a:cxnLst/>
            <a:rect r="r" b="b" t="t" l="l"/>
            <a:pathLst>
              <a:path h="1967790" w="4211224">
                <a:moveTo>
                  <a:pt x="0" y="0"/>
                </a:moveTo>
                <a:lnTo>
                  <a:pt x="4211224" y="0"/>
                </a:lnTo>
                <a:lnTo>
                  <a:pt x="4211224" y="1967790"/>
                </a:lnTo>
                <a:lnTo>
                  <a:pt x="0" y="19677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6904">
            <a:off x="900424" y="-933684"/>
            <a:ext cx="2396381" cy="2117529"/>
          </a:xfrm>
          <a:custGeom>
            <a:avLst/>
            <a:gdLst/>
            <a:ahLst/>
            <a:cxnLst/>
            <a:rect r="r" b="b" t="t" l="l"/>
            <a:pathLst>
              <a:path h="2117529" w="2396381">
                <a:moveTo>
                  <a:pt x="0" y="0"/>
                </a:moveTo>
                <a:lnTo>
                  <a:pt x="2396381" y="0"/>
                </a:lnTo>
                <a:lnTo>
                  <a:pt x="2396381" y="2117529"/>
                </a:lnTo>
                <a:lnTo>
                  <a:pt x="0" y="2117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64059">
            <a:off x="-1146880" y="8726107"/>
            <a:ext cx="5864463" cy="2527051"/>
          </a:xfrm>
          <a:custGeom>
            <a:avLst/>
            <a:gdLst/>
            <a:ahLst/>
            <a:cxnLst/>
            <a:rect r="r" b="b" t="t" l="l"/>
            <a:pathLst>
              <a:path h="2527051" w="5864463">
                <a:moveTo>
                  <a:pt x="0" y="0"/>
                </a:moveTo>
                <a:lnTo>
                  <a:pt x="5864463" y="0"/>
                </a:lnTo>
                <a:lnTo>
                  <a:pt x="5864463" y="2527051"/>
                </a:lnTo>
                <a:lnTo>
                  <a:pt x="0" y="25270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7300">
            <a:off x="6080125" y="9047224"/>
            <a:ext cx="2012513" cy="3294291"/>
          </a:xfrm>
          <a:custGeom>
            <a:avLst/>
            <a:gdLst/>
            <a:ahLst/>
            <a:cxnLst/>
            <a:rect r="r" b="b" t="t" l="l"/>
            <a:pathLst>
              <a:path h="3294291" w="2012513">
                <a:moveTo>
                  <a:pt x="0" y="0"/>
                </a:moveTo>
                <a:lnTo>
                  <a:pt x="2012512" y="0"/>
                </a:lnTo>
                <a:lnTo>
                  <a:pt x="2012512" y="3294292"/>
                </a:lnTo>
                <a:lnTo>
                  <a:pt x="0" y="32942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27961" y="-321993"/>
            <a:ext cx="3269181" cy="1159073"/>
          </a:xfrm>
          <a:custGeom>
            <a:avLst/>
            <a:gdLst/>
            <a:ahLst/>
            <a:cxnLst/>
            <a:rect r="r" b="b" t="t" l="l"/>
            <a:pathLst>
              <a:path h="1159073" w="3269181">
                <a:moveTo>
                  <a:pt x="0" y="0"/>
                </a:moveTo>
                <a:lnTo>
                  <a:pt x="3269181" y="0"/>
                </a:lnTo>
                <a:lnTo>
                  <a:pt x="3269181" y="1159074"/>
                </a:lnTo>
                <a:lnTo>
                  <a:pt x="0" y="11590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33414" y="802717"/>
            <a:ext cx="9756936" cy="80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76"/>
              </a:lnSpc>
              <a:spcBef>
                <a:spcPct val="0"/>
              </a:spcBef>
            </a:pPr>
            <a:r>
              <a:rPr lang="en-US" b="true" sz="4800" spc="144" strike="noStrike" u="none">
                <a:solidFill>
                  <a:srgbClr val="FFFFFF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FUNCIONALIDADES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546810"/>
            <a:ext cx="5114627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Funcionalidades principales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997024"/>
            <a:ext cx="5114627" cy="478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Registro e inicio de sesión de usuarios.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perfil de usuario.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Visualización del catálogo de películas.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Añadir / eliminar películas de listas personales.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Persistencia de datos en base de datos.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Interfaz web moderna y responsive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Soporte PWA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5130" y="1494791"/>
            <a:ext cx="2793504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APIs y servicios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4568" y="1954530"/>
            <a:ext cx="5114627" cy="667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Gateway (Node.js)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Redirección de peticiones a los microservicios.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Service (FastAPI - Python)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usuarios.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Autenticación.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listas personales.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Movie Service (Node.js)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del catálogo de películas.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Acceso a base de datos de películas.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APIS externas empleadas: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OMDb API: API para sacar toda la información de las películas.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de traducción: API para traducir el título y sinopsis de las películas, ya que la API solo tiene información en ingles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6626" y="1546810"/>
            <a:ext cx="3034457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6541" y="1997024"/>
            <a:ext cx="5114627" cy="719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email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contraseña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listas de películas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Película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descripción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género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año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imagen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usuario_id</a:t>
            </a:r>
          </a:p>
          <a:p>
            <a:pPr algn="l" marL="993151" indent="-331050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películas asociadas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2661" y="4704193"/>
            <a:ext cx="2898960" cy="1543050"/>
            <a:chOff x="0" y="0"/>
            <a:chExt cx="7635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F496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Frontend SPA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React + TailwindCSS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Cliente HTML5 con uso de JavaScript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94203"/>
            <a:ext cx="12425805" cy="103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b="true" sz="7200" spc="215">
                <a:solidFill>
                  <a:srgbClr val="FFFFFF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ARQUITECTURA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772578" y="4704193"/>
            <a:ext cx="2898960" cy="1543050"/>
            <a:chOff x="0" y="0"/>
            <a:chExt cx="76351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FFD68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API Gateway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Node.js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31692" y="4574598"/>
            <a:ext cx="2898960" cy="1543050"/>
            <a:chOff x="0" y="0"/>
            <a:chExt cx="76351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FF82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API externa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OMDb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544265"/>
            <a:ext cx="2898960" cy="1543050"/>
            <a:chOff x="0" y="0"/>
            <a:chExt cx="76351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4A4F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 Service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FastAPI Python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1692" y="2517143"/>
            <a:ext cx="2898960" cy="1543050"/>
            <a:chOff x="0" y="0"/>
            <a:chExt cx="76351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D3DCD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MySQL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31692" y="6943725"/>
            <a:ext cx="2898960" cy="1543050"/>
            <a:chOff x="0" y="0"/>
            <a:chExt cx="763512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D3DCD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MongoDB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771621" y="5475718"/>
            <a:ext cx="1000957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144000" y="6943725"/>
            <a:ext cx="2898960" cy="1543050"/>
            <a:chOff x="0" y="0"/>
            <a:chExt cx="763512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3512" cy="406400"/>
            </a:xfrm>
            <a:custGeom>
              <a:avLst/>
              <a:gdLst/>
              <a:ahLst/>
              <a:cxnLst/>
              <a:rect r="r" b="b" t="t" l="l"/>
              <a:pathLst>
                <a:path h="406400" w="763512">
                  <a:moveTo>
                    <a:pt x="136200" y="0"/>
                  </a:moveTo>
                  <a:lnTo>
                    <a:pt x="627312" y="0"/>
                  </a:lnTo>
                  <a:cubicBezTo>
                    <a:pt x="702533" y="0"/>
                    <a:pt x="763512" y="60979"/>
                    <a:pt x="763512" y="136200"/>
                  </a:cubicBezTo>
                  <a:lnTo>
                    <a:pt x="763512" y="270200"/>
                  </a:lnTo>
                  <a:cubicBezTo>
                    <a:pt x="763512" y="345421"/>
                    <a:pt x="702533" y="406400"/>
                    <a:pt x="627312" y="406400"/>
                  </a:cubicBezTo>
                  <a:lnTo>
                    <a:pt x="136200" y="406400"/>
                  </a:lnTo>
                  <a:cubicBezTo>
                    <a:pt x="60979" y="406400"/>
                    <a:pt x="0" y="345421"/>
                    <a:pt x="0" y="270200"/>
                  </a:cubicBezTo>
                  <a:lnTo>
                    <a:pt x="0" y="136200"/>
                  </a:lnTo>
                  <a:cubicBezTo>
                    <a:pt x="0" y="60979"/>
                    <a:pt x="60979" y="0"/>
                    <a:pt x="136200" y="0"/>
                  </a:cubicBezTo>
                  <a:close/>
                </a:path>
              </a:pathLst>
            </a:custGeom>
            <a:solidFill>
              <a:srgbClr val="4A4FA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35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Movie Service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Node.js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7671537" y="5475718"/>
            <a:ext cx="857927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8548514" y="3288668"/>
            <a:ext cx="0" cy="4426582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8548514" y="7715250"/>
            <a:ext cx="595486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8548514" y="3315790"/>
            <a:ext cx="595486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2042960" y="3288668"/>
            <a:ext cx="1288733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781172" y="6117648"/>
            <a:ext cx="0" cy="826077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042960" y="7715250"/>
            <a:ext cx="1288733" cy="0"/>
          </a:xfrm>
          <a:prstGeom prst="line">
            <a:avLst/>
          </a:prstGeom>
          <a:ln cap="flat" w="38100">
            <a:solidFill>
              <a:srgbClr val="83B3E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92287" y="1767155"/>
            <a:ext cx="4357688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Lecciones aprendidas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13818" y="2459418"/>
            <a:ext cx="5114627" cy="318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 y organización de una arquitectura de microservicios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Docker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 de múltiples tecnologías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Node.js para API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Python para API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React para desarrollo web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71655" y="1767155"/>
            <a:ext cx="6203156" cy="49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Aspectos avanzados / destacables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15919" y="2459418"/>
            <a:ext cx="5114627" cy="198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Aplicación PWA funcional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Traducción al ingles de la web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API Gateway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Uso de Docker para lanzar la aplicación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60139">
            <a:off x="-584944" y="3438801"/>
            <a:ext cx="2570619" cy="2551924"/>
          </a:xfrm>
          <a:custGeom>
            <a:avLst/>
            <a:gdLst/>
            <a:ahLst/>
            <a:cxnLst/>
            <a:rect r="r" b="b" t="t" l="l"/>
            <a:pathLst>
              <a:path h="2551924" w="2570619">
                <a:moveTo>
                  <a:pt x="0" y="0"/>
                </a:moveTo>
                <a:lnTo>
                  <a:pt x="2570619" y="0"/>
                </a:lnTo>
                <a:lnTo>
                  <a:pt x="2570619" y="2551924"/>
                </a:lnTo>
                <a:lnTo>
                  <a:pt x="0" y="25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15555" y="6654167"/>
            <a:ext cx="3487490" cy="3138741"/>
          </a:xfrm>
          <a:custGeom>
            <a:avLst/>
            <a:gdLst/>
            <a:ahLst/>
            <a:cxnLst/>
            <a:rect r="r" b="b" t="t" l="l"/>
            <a:pathLst>
              <a:path h="3138741" w="3487490">
                <a:moveTo>
                  <a:pt x="0" y="0"/>
                </a:moveTo>
                <a:lnTo>
                  <a:pt x="3487490" y="0"/>
                </a:lnTo>
                <a:lnTo>
                  <a:pt x="3487490" y="3138740"/>
                </a:lnTo>
                <a:lnTo>
                  <a:pt x="0" y="3138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1917">
            <a:off x="16880692" y="1469929"/>
            <a:ext cx="1954023" cy="3306809"/>
          </a:xfrm>
          <a:custGeom>
            <a:avLst/>
            <a:gdLst/>
            <a:ahLst/>
            <a:cxnLst/>
            <a:rect r="r" b="b" t="t" l="l"/>
            <a:pathLst>
              <a:path h="3306809" w="1954023">
                <a:moveTo>
                  <a:pt x="0" y="0"/>
                </a:moveTo>
                <a:lnTo>
                  <a:pt x="1954023" y="0"/>
                </a:lnTo>
                <a:lnTo>
                  <a:pt x="1954023" y="3306809"/>
                </a:lnTo>
                <a:lnTo>
                  <a:pt x="0" y="330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41041" y="-534732"/>
            <a:ext cx="4211224" cy="1967790"/>
          </a:xfrm>
          <a:custGeom>
            <a:avLst/>
            <a:gdLst/>
            <a:ahLst/>
            <a:cxnLst/>
            <a:rect r="r" b="b" t="t" l="l"/>
            <a:pathLst>
              <a:path h="1967790" w="4211224">
                <a:moveTo>
                  <a:pt x="0" y="0"/>
                </a:moveTo>
                <a:lnTo>
                  <a:pt x="4211224" y="0"/>
                </a:lnTo>
                <a:lnTo>
                  <a:pt x="4211224" y="1967790"/>
                </a:lnTo>
                <a:lnTo>
                  <a:pt x="0" y="19677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6904">
            <a:off x="1228759" y="-301340"/>
            <a:ext cx="2396381" cy="2117529"/>
          </a:xfrm>
          <a:custGeom>
            <a:avLst/>
            <a:gdLst/>
            <a:ahLst/>
            <a:cxnLst/>
            <a:rect r="r" b="b" t="t" l="l"/>
            <a:pathLst>
              <a:path h="2117529" w="2396381">
                <a:moveTo>
                  <a:pt x="0" y="0"/>
                </a:moveTo>
                <a:lnTo>
                  <a:pt x="2396380" y="0"/>
                </a:lnTo>
                <a:lnTo>
                  <a:pt x="2396380" y="2117529"/>
                </a:lnTo>
                <a:lnTo>
                  <a:pt x="0" y="2117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76780">
            <a:off x="10856676" y="8493574"/>
            <a:ext cx="3029286" cy="2715342"/>
          </a:xfrm>
          <a:custGeom>
            <a:avLst/>
            <a:gdLst/>
            <a:ahLst/>
            <a:cxnLst/>
            <a:rect r="r" b="b" t="t" l="l"/>
            <a:pathLst>
              <a:path h="2715342" w="3029286">
                <a:moveTo>
                  <a:pt x="0" y="0"/>
                </a:moveTo>
                <a:lnTo>
                  <a:pt x="3029287" y="0"/>
                </a:lnTo>
                <a:lnTo>
                  <a:pt x="3029287" y="2715342"/>
                </a:lnTo>
                <a:lnTo>
                  <a:pt x="0" y="27153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64059">
            <a:off x="-801966" y="7714898"/>
            <a:ext cx="5864463" cy="2527051"/>
          </a:xfrm>
          <a:custGeom>
            <a:avLst/>
            <a:gdLst/>
            <a:ahLst/>
            <a:cxnLst/>
            <a:rect r="r" b="b" t="t" l="l"/>
            <a:pathLst>
              <a:path h="2527051" w="5864463">
                <a:moveTo>
                  <a:pt x="0" y="0"/>
                </a:moveTo>
                <a:lnTo>
                  <a:pt x="5864464" y="0"/>
                </a:lnTo>
                <a:lnTo>
                  <a:pt x="5864464" y="2527051"/>
                </a:lnTo>
                <a:lnTo>
                  <a:pt x="0" y="25270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67300">
            <a:off x="6961573" y="8204099"/>
            <a:ext cx="2012513" cy="3294291"/>
          </a:xfrm>
          <a:custGeom>
            <a:avLst/>
            <a:gdLst/>
            <a:ahLst/>
            <a:cxnLst/>
            <a:rect r="r" b="b" t="t" l="l"/>
            <a:pathLst>
              <a:path h="3294291" w="2012513">
                <a:moveTo>
                  <a:pt x="0" y="0"/>
                </a:moveTo>
                <a:lnTo>
                  <a:pt x="2012513" y="0"/>
                </a:lnTo>
                <a:lnTo>
                  <a:pt x="2012513" y="3294292"/>
                </a:lnTo>
                <a:lnTo>
                  <a:pt x="0" y="32942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15711" y="398105"/>
            <a:ext cx="3269181" cy="1159073"/>
          </a:xfrm>
          <a:custGeom>
            <a:avLst/>
            <a:gdLst/>
            <a:ahLst/>
            <a:cxnLst/>
            <a:rect r="r" b="b" t="t" l="l"/>
            <a:pathLst>
              <a:path h="1159073" w="3269181">
                <a:moveTo>
                  <a:pt x="0" y="0"/>
                </a:moveTo>
                <a:lnTo>
                  <a:pt x="3269182" y="0"/>
                </a:lnTo>
                <a:lnTo>
                  <a:pt x="3269182" y="1159074"/>
                </a:lnTo>
                <a:lnTo>
                  <a:pt x="0" y="11590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57078" y="4646743"/>
            <a:ext cx="13973845" cy="207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84"/>
              </a:lnSpc>
            </a:pPr>
            <a:r>
              <a:rPr lang="en-US" b="true" sz="14400" spc="431">
                <a:solidFill>
                  <a:srgbClr val="FFFFFF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018" y="2248793"/>
            <a:ext cx="8162934" cy="5789415"/>
          </a:xfrm>
          <a:custGeom>
            <a:avLst/>
            <a:gdLst/>
            <a:ahLst/>
            <a:cxnLst/>
            <a:rect r="r" b="b" t="t" l="l"/>
            <a:pathLst>
              <a:path h="5789415" w="8162934">
                <a:moveTo>
                  <a:pt x="0" y="0"/>
                </a:moveTo>
                <a:lnTo>
                  <a:pt x="8162934" y="0"/>
                </a:lnTo>
                <a:lnTo>
                  <a:pt x="8162934" y="5789414"/>
                </a:lnTo>
                <a:lnTo>
                  <a:pt x="0" y="5789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7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30886" y="2063202"/>
            <a:ext cx="7101553" cy="6160597"/>
          </a:xfrm>
          <a:custGeom>
            <a:avLst/>
            <a:gdLst/>
            <a:ahLst/>
            <a:cxnLst/>
            <a:rect r="r" b="b" t="t" l="l"/>
            <a:pathLst>
              <a:path h="6160597" w="7101553">
                <a:moveTo>
                  <a:pt x="0" y="0"/>
                </a:moveTo>
                <a:lnTo>
                  <a:pt x="7101553" y="0"/>
                </a:lnTo>
                <a:lnTo>
                  <a:pt x="7101553" y="6160596"/>
                </a:lnTo>
                <a:lnTo>
                  <a:pt x="0" y="6160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50550" y="933450"/>
            <a:ext cx="17905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8815" y="933450"/>
            <a:ext cx="27056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53502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8" y="0"/>
                </a:lnTo>
                <a:lnTo>
                  <a:pt x="11301258" y="5579996"/>
                </a:lnTo>
                <a:lnTo>
                  <a:pt x="0" y="557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7613" y="1309014"/>
            <a:ext cx="19527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46438"/>
            <a:ext cx="11301259" cy="5594123"/>
          </a:xfrm>
          <a:custGeom>
            <a:avLst/>
            <a:gdLst/>
            <a:ahLst/>
            <a:cxnLst/>
            <a:rect r="r" b="b" t="t" l="l"/>
            <a:pathLst>
              <a:path h="5594123" w="11301259">
                <a:moveTo>
                  <a:pt x="0" y="0"/>
                </a:moveTo>
                <a:lnTo>
                  <a:pt x="11301258" y="0"/>
                </a:lnTo>
                <a:lnTo>
                  <a:pt x="11301258" y="5594124"/>
                </a:lnTo>
                <a:lnTo>
                  <a:pt x="0" y="5594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1143557"/>
            <a:ext cx="113012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74692"/>
            <a:ext cx="11301259" cy="5537617"/>
          </a:xfrm>
          <a:custGeom>
            <a:avLst/>
            <a:gdLst/>
            <a:ahLst/>
            <a:cxnLst/>
            <a:rect r="r" b="b" t="t" l="l"/>
            <a:pathLst>
              <a:path h="5537617" w="11301259">
                <a:moveTo>
                  <a:pt x="0" y="0"/>
                </a:moveTo>
                <a:lnTo>
                  <a:pt x="11301258" y="0"/>
                </a:lnTo>
                <a:lnTo>
                  <a:pt x="11301258" y="5537616"/>
                </a:lnTo>
                <a:lnTo>
                  <a:pt x="0" y="553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1160688"/>
            <a:ext cx="113012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 Listas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53502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8" y="0"/>
                </a:lnTo>
                <a:lnTo>
                  <a:pt x="11301258" y="5579996"/>
                </a:lnTo>
                <a:lnTo>
                  <a:pt x="0" y="557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1166750"/>
            <a:ext cx="113012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46438"/>
            <a:ext cx="11301259" cy="5594123"/>
          </a:xfrm>
          <a:custGeom>
            <a:avLst/>
            <a:gdLst/>
            <a:ahLst/>
            <a:cxnLst/>
            <a:rect r="r" b="b" t="t" l="l"/>
            <a:pathLst>
              <a:path h="5594123" w="11301259">
                <a:moveTo>
                  <a:pt x="0" y="0"/>
                </a:moveTo>
                <a:lnTo>
                  <a:pt x="11301258" y="0"/>
                </a:lnTo>
                <a:lnTo>
                  <a:pt x="11301258" y="5594124"/>
                </a:lnTo>
                <a:lnTo>
                  <a:pt x="0" y="5594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65132" y="1127477"/>
            <a:ext cx="23577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Detalle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DAG2_v5jlmw</dc:identifier>
  <dcterms:modified xsi:type="dcterms:W3CDTF">2011-08-01T06:04:30Z</dcterms:modified>
  <cp:revision>1</cp:revision>
  <dc:title>Presentación Cine Películas Ilustrado Juvenil Negro Azul Rosa</dc:title>
</cp:coreProperties>
</file>